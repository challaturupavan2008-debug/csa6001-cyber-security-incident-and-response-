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110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36A4D-3CE1-ED5B-9DB4-E692847943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53D033-7E61-69F3-923B-EDFF5A7CE9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ACBF0-F1AF-3F31-0832-A2B80BECE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7D104-5F06-4C92-8603-BB35DCB6785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8238F-4AA6-4B14-4AD5-FA2243B89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31829-1892-F80E-B3EC-0A25F53D3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070F6-1254-44B5-B6BB-4D392BAAA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734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35421-34D1-51A4-DD54-3B3A22271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AF9E5-6873-D90A-5B73-908BE5FFA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681D6-4170-C1F8-7422-17DCF81F2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7D104-5F06-4C92-8603-BB35DCB6785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77716-886C-6373-26EA-5B6FD1625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C11AA-6032-A766-BBF5-611AF46E3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070F6-1254-44B5-B6BB-4D392BAAA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000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9040-01CC-303B-C579-151520170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E3065-8069-ECBA-4D5E-05162E471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C909B-ACA6-2170-B67B-574AF1E30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7D104-5F06-4C92-8603-BB35DCB6785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47AA3-3514-AD1F-3A82-C9695A712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783FE-FEEB-7139-9D98-764344F71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070F6-1254-44B5-B6BB-4D392BAAA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227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AED87-A5BE-FED4-E80E-782CDD724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04EC2-EE41-188F-95FC-7D5BCE3704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089295-9A4B-743C-B436-C7ADF9C3FF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2C16FB-573E-BFFE-AFD3-AC1A5A896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7D104-5F06-4C92-8603-BB35DCB6785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70921-9881-D43F-0834-465B53AC5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FD605B-9092-41EA-4018-22C86BFFC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070F6-1254-44B5-B6BB-4D392BAAA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719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1AF93-B3FF-072E-E4F6-1F1ABF9AA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67967-1A1C-8553-4B0E-B8AF767800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CB779F-D81F-467A-8397-E85F21F305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695FC7-C8A8-495F-921B-3311E41661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3A9676-FADE-E040-CAB7-9987B9521C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FB50AF-7F14-69A3-8B91-D85FBA470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7D104-5F06-4C92-8603-BB35DCB6785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63E17F-4300-B7C9-EEBF-B74500107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B12409-6ED5-483B-F5E8-252C623CC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070F6-1254-44B5-B6BB-4D392BAAA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30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E6B57-2ECC-C6B9-9111-44180A5DE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3C7523-7A5F-2BF1-6B73-42BAC6F14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7D104-5F06-4C92-8603-BB35DCB6785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457D96-F0E1-65DA-4ED4-81E764483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88CA2-5333-5B6F-B1F1-491128BC0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070F6-1254-44B5-B6BB-4D392BAAA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006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4E2337-7772-E8F4-0A1A-239A64528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7D104-5F06-4C92-8603-BB35DCB6785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46ABD8-5DDE-EDD6-16BF-2C6232080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47C2B-E5CC-15F8-EAD0-190CF7CA9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070F6-1254-44B5-B6BB-4D392BAAA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572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C464E-9AA5-D985-A713-34B3018F5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2AF8D-3DE6-622C-63CB-43A118411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F33743-37D0-C5F9-4E31-EF160BB2CD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34D1A8-14D3-0A7F-C965-DDF481CCD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7D104-5F06-4C92-8603-BB35DCB6785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43D8B5-5460-5B86-5048-2C0C67B77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4D136-2C0A-7DC4-4D0B-F707017AA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070F6-1254-44B5-B6BB-4D392BAAA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835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CC94-DA43-C793-3F6B-23C2F7D5E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06E153-9C54-6FF4-D470-B900A75570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9C55B1-8D5E-F7FB-FB66-954C39C5D2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FCF4CB-4DEE-21DB-23BC-378E87C1D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7D104-5F06-4C92-8603-BB35DCB6785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73D0-7275-A24D-09A4-7F765ED34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B04FF8-943D-665F-70C4-EBDB8E7A9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070F6-1254-44B5-B6BB-4D392BAAA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08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84131-9306-6560-79C5-DC457B527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8AD127-80B9-EE90-CD02-6940BA609A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5A06E-3807-63D6-2E69-441BFACEA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7D104-5F06-4C92-8603-BB35DCB6785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76FCD-D0A9-D800-1539-3F8EBDA79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4BA79-57E8-0F59-36F9-86217D5BA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070F6-1254-44B5-B6BB-4D392BAAA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754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0355BA-BD3B-26A0-F0C8-32895FB2DB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706B26-26C1-381A-5898-3E7CDEB700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F4852-0031-968A-660E-5186FD4AA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7D104-5F06-4C92-8603-BB35DCB6785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DB241-6C2E-B40D-FFAF-47593BC3A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732F7-E878-7D0F-AC22-9E0DEFA2D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070F6-1254-44B5-B6BB-4D392BAAA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17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75562D-E0DB-09A7-686D-F99BD6F6B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FBB61-2900-EEB1-F7B0-ABFAC15A0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C60F9-AB74-E41B-E80E-A3284FA3D3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87D104-5F06-4C92-8603-BB35DCB6785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1E0DA-23C2-80C9-23E9-825F78EB96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06F99-8A94-5C34-F4B7-50A16AF542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A070F6-1254-44B5-B6BB-4D392BAAA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086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6CC1D-EA39-28D0-C695-15DF98E44F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0466" y="896053"/>
            <a:ext cx="9285767" cy="165576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lgerian" panose="04020705040A02060702" pitchFamily="82" charset="0"/>
              </a:rPr>
              <a:t>Abstract Data Type (ADT)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5DCA91-2D31-A3E8-2BDE-4BD08A42FC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256" y="4645228"/>
            <a:ext cx="3281916" cy="1225143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PRESENTED BY:</a:t>
            </a:r>
          </a:p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Pavan[192565011]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225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A985B-548F-8B47-B7E2-0B458B9A0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What is ADT?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2BD66-2C7B-B54E-62FE-BD54DEFF2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060" y="1825625"/>
            <a:ext cx="10515600" cy="4564542"/>
          </a:xfrm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ADT stands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Data Type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defines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operations can be performed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data.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does not focus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the operations are implemented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logical view of a data structure.</a:t>
            </a:r>
          </a:p>
          <a:p>
            <a:pPr marL="0" indent="0">
              <a:buNone/>
            </a:pPr>
            <a:r>
              <a:rPr lang="en-US" dirty="0">
                <a:latin typeface="Algerian" panose="04020705040A02060702" pitchFamily="82" charset="0"/>
              </a:rPr>
              <a:t>Simple example:</a:t>
            </a:r>
            <a:br>
              <a:rPr lang="en-US" dirty="0">
                <a:latin typeface="Algerian" panose="04020705040A02060702" pitchFamily="82" charset="0"/>
              </a:rPr>
            </a:br>
            <a:r>
              <a:rPr lang="en-US" dirty="0">
                <a:latin typeface="Algerian" panose="04020705040A02060702" pitchFamily="82" charset="0"/>
              </a:rPr>
              <a:t> </a:t>
            </a:r>
            <a:r>
              <a:rPr lang="en-US" dirty="0"/>
              <a:t>A </a:t>
            </a:r>
            <a:r>
              <a:rPr lang="en-US" b="1" dirty="0"/>
              <a:t>Stack ADT</a:t>
            </a:r>
            <a:r>
              <a:rPr lang="en-US" dirty="0"/>
              <a:t> supports:</a:t>
            </a:r>
          </a:p>
          <a:p>
            <a:pPr lvl="0"/>
            <a:r>
              <a:rPr lang="en-US" dirty="0"/>
              <a:t>push() → add an element</a:t>
            </a:r>
          </a:p>
          <a:p>
            <a:pPr lvl="0"/>
            <a:r>
              <a:rPr lang="en-US" dirty="0"/>
              <a:t>pop() → remove an element</a:t>
            </a:r>
          </a:p>
          <a:p>
            <a:pPr lvl="0"/>
            <a:r>
              <a:rPr lang="en-US" dirty="0"/>
              <a:t>peek() → view the top element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029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8F45D-BCCF-43AA-FDCA-D7E87B816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Main Components of ADT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4A1F5-822E-9367-AB98-F6704A339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the information stored in the ADT.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 Stack stores elements such as 10, 20, 30.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what can be done with the data.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Stack → Push, Pop, Peek.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 / Behavior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how the operations should work.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 Stack follows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LIFO (Last In, First Out)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348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1ADCC-F8C6-CCD4-9D11-531EDA4A0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ADT vs Data Structure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B78F5A3-6D71-671B-7B84-FCB2342C58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3872930"/>
              </p:ext>
            </p:extLst>
          </p:nvPr>
        </p:nvGraphicFramePr>
        <p:xfrm>
          <a:off x="1063255" y="1777363"/>
          <a:ext cx="9854610" cy="39429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27305">
                  <a:extLst>
                    <a:ext uri="{9D8B030D-6E8A-4147-A177-3AD203B41FA5}">
                      <a16:colId xmlns:a16="http://schemas.microsoft.com/office/drawing/2014/main" val="1604323402"/>
                    </a:ext>
                  </a:extLst>
                </a:gridCol>
                <a:gridCol w="4927305">
                  <a:extLst>
                    <a:ext uri="{9D8B030D-6E8A-4147-A177-3AD203B41FA5}">
                      <a16:colId xmlns:a16="http://schemas.microsoft.com/office/drawing/2014/main" val="3924417873"/>
                    </a:ext>
                  </a:extLst>
                </a:gridCol>
              </a:tblGrid>
              <a:tr h="7885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4607032"/>
                  </a:ext>
                </a:extLst>
              </a:tr>
              <a:tr h="7885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Describes what to 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Describes how to do 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3585363"/>
                  </a:ext>
                </a:extLst>
              </a:tr>
              <a:tr h="7885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Logical 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Implementation concept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9528629"/>
                  </a:ext>
                </a:extLst>
              </a:tr>
              <a:tr h="7885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Defines operations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Implements operations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4808686"/>
                  </a:ext>
                </a:extLst>
              </a:tr>
              <a:tr h="7885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Example: Stack ADT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Array/Linked List implementation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2311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6362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5D24B-B25A-701E-3661-64FF387D0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Advantages of ADT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F867A-4747-4C63-AA30-54C1CF83B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772" y="1825625"/>
            <a:ext cx="10971028" cy="4351338"/>
          </a:xfrm>
        </p:spPr>
        <p:txBody>
          <a:bodyPr/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understand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Focuses on what operations are needed.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Hides implementation details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Users do not need to know how it works internally.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Different parts of a program can be developed separately.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modify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Implementation can be changed without changing how users interact with it.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Reusability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same ADT concept can be used in different programs.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626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9EB5E-A2D4-651C-EF0C-4EC7DEA1D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09297-04AF-2F5A-906B-16C2B5F9F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defines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operations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performed on data.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hides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ADT can be implemented using different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makes programs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understand, modify, and organize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594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EC0A3-0A1E-D9DD-9C58-0903AEE7D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952A3-F82A-AC19-F290-D88542415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2088" y="2995206"/>
            <a:ext cx="8709837" cy="20658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1500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89323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Algerian</vt:lpstr>
      <vt:lpstr>Arial</vt:lpstr>
      <vt:lpstr>Calibri</vt:lpstr>
      <vt:lpstr>Calibri Light</vt:lpstr>
      <vt:lpstr>Times New Roman</vt:lpstr>
      <vt:lpstr>Wingdings</vt:lpstr>
      <vt:lpstr>Office Theme</vt:lpstr>
      <vt:lpstr>Abstract Data Type (ADT)</vt:lpstr>
      <vt:lpstr>What is ADT?</vt:lpstr>
      <vt:lpstr>Main Components of ADT</vt:lpstr>
      <vt:lpstr>ADT vs Data Structure</vt:lpstr>
      <vt:lpstr>Advantages of ADT</vt:lpstr>
      <vt:lpstr>Conclusion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digital finance</dc:creator>
  <cp:lastModifiedBy>digital finance</cp:lastModifiedBy>
  <cp:revision>1</cp:revision>
  <dcterms:created xsi:type="dcterms:W3CDTF">2026-10-07T16:20:10Z</dcterms:created>
  <dcterms:modified xsi:type="dcterms:W3CDTF">2026-10-07T16:20:48Z</dcterms:modified>
</cp:coreProperties>
</file>